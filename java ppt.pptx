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14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95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3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94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9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64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4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94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94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9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99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9C5E9-0C40-4EE0-8C42-82E10E95D339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52C9C42-70B7-4DA4-B833-F0FEB228AA7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0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80427-203C-6333-45AE-E4E3AA995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Oops with java presentation…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05DDB-670F-2E8D-8EEF-46C0C75AEF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646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66B0-075F-5E56-0A8D-3413A9DF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Java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53F2E-1558-ED6B-67D2-BB3548879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a Record? :- </a:t>
            </a:r>
          </a:p>
          <a:p>
            <a:r>
              <a:rPr lang="en-US" dirty="0"/>
              <a:t>Introduced in Java 14 as a preview feature, officially released in Java 16.</a:t>
            </a:r>
          </a:p>
          <a:p>
            <a:r>
              <a:rPr lang="en-US" dirty="0"/>
              <a:t>A special kind of class designed to hold immutable data.</a:t>
            </a:r>
          </a:p>
          <a:p>
            <a:r>
              <a:rPr lang="en-IN" dirty="0"/>
              <a:t>Automatically generates the boiler plate code such as constructors , getters , equals(), </a:t>
            </a:r>
            <a:r>
              <a:rPr lang="en-IN" dirty="0" err="1"/>
              <a:t>hasCode</a:t>
            </a:r>
            <a:r>
              <a:rPr lang="en-IN" dirty="0"/>
              <a:t>() and </a:t>
            </a:r>
            <a:r>
              <a:rPr lang="en-IN" dirty="0" err="1"/>
              <a:t>toString</a:t>
            </a:r>
            <a:r>
              <a:rPr lang="en-IN" dirty="0"/>
              <a:t>() method.</a:t>
            </a:r>
          </a:p>
        </p:txBody>
      </p:sp>
    </p:spTree>
    <p:extLst>
      <p:ext uri="{BB962C8B-B14F-4D97-AF65-F5344CB8AC3E}">
        <p14:creationId xmlns:p14="http://schemas.microsoft.com/office/powerpoint/2010/main" val="328111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C70D-0B1F-7028-F5E0-DC41BE8C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and example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F9B44-F018-C351-B26D-DCD084223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97201"/>
          </a:xfrm>
        </p:spPr>
        <p:txBody>
          <a:bodyPr/>
          <a:lstStyle/>
          <a:p>
            <a:r>
              <a:rPr lang="en-US" dirty="0"/>
              <a:t>Basic syntax:- </a:t>
            </a:r>
          </a:p>
          <a:p>
            <a:endParaRPr lang="en-US" dirty="0"/>
          </a:p>
          <a:p>
            <a:r>
              <a:rPr lang="en-US" dirty="0"/>
              <a:t>Example- Suppose we make a record named person with 2 parameters:-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automatically generated methods for the given record will be:-</a:t>
            </a:r>
          </a:p>
          <a:p>
            <a:pPr marL="0" indent="0">
              <a:buNone/>
            </a:pPr>
            <a:r>
              <a:rPr lang="en-IN" dirty="0"/>
              <a:t>    public String name()     </a:t>
            </a:r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equals(Object o)     </a:t>
            </a:r>
            <a:r>
              <a:rPr lang="en-IN" dirty="0"/>
              <a:t>public String </a:t>
            </a:r>
            <a:r>
              <a:rPr lang="en-IN" dirty="0" err="1"/>
              <a:t>toString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public int age()             public int </a:t>
            </a:r>
            <a:r>
              <a:rPr lang="en-IN" dirty="0" err="1"/>
              <a:t>hashCode</a:t>
            </a:r>
            <a:r>
              <a:rPr lang="en-IN" dirty="0"/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89FE1-9333-32FF-7CA6-12EB2778D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32" y="2015732"/>
            <a:ext cx="6163535" cy="638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CAD39C-C953-5729-E732-AE520526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117" y="3608073"/>
            <a:ext cx="6393850" cy="68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0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F831-D844-E5E7-4EE1-26C711DC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and limitations of using records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CD0E7-3C90-DD3B-BE21-0B641EE0F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1459657"/>
            <a:ext cx="4645152" cy="801943"/>
          </a:xfrm>
        </p:spPr>
        <p:txBody>
          <a:bodyPr/>
          <a:lstStyle/>
          <a:p>
            <a:r>
              <a:rPr lang="en-US" u="sng" dirty="0"/>
              <a:t>benefits</a:t>
            </a:r>
            <a:endParaRPr lang="en-IN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8DD6B-4E78-95CB-C9A1-1C086B867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1596" y="2245938"/>
            <a:ext cx="5656342" cy="3262741"/>
          </a:xfrm>
        </p:spPr>
        <p:txBody>
          <a:bodyPr>
            <a:normAutofit fontScale="77500" lnSpcReduction="20000"/>
          </a:bodyPr>
          <a:lstStyle/>
          <a:p>
            <a:r>
              <a:rPr lang="en-US" sz="2900" dirty="0"/>
              <a:t>Immutability</a:t>
            </a:r>
            <a:endParaRPr lang="en-IN" sz="2900" dirty="0"/>
          </a:p>
          <a:p>
            <a:pPr lvl="1"/>
            <a:r>
              <a:rPr lang="en-US" sz="2900" dirty="0"/>
              <a:t>Fields are final and cannot be changed after creation.</a:t>
            </a:r>
            <a:endParaRPr lang="en-IN" sz="2900" dirty="0"/>
          </a:p>
          <a:p>
            <a:r>
              <a:rPr lang="en-US" sz="2900" dirty="0"/>
              <a:t>Boilerplate Reduction</a:t>
            </a:r>
            <a:endParaRPr lang="en-US" sz="2900" b="1" dirty="0"/>
          </a:p>
          <a:p>
            <a:pPr lvl="1"/>
            <a:r>
              <a:rPr lang="en-US" sz="2900" dirty="0"/>
              <a:t>No need to manually write common methods.</a:t>
            </a:r>
          </a:p>
          <a:p>
            <a:r>
              <a:rPr lang="en-US" sz="2900" dirty="0"/>
              <a:t>Improved</a:t>
            </a:r>
            <a:r>
              <a:rPr lang="en-US" sz="2900" b="1" dirty="0"/>
              <a:t> </a:t>
            </a:r>
            <a:r>
              <a:rPr lang="en-US" sz="2900" dirty="0"/>
              <a:t>Readability</a:t>
            </a:r>
            <a:endParaRPr lang="en-US" sz="2900" b="1" dirty="0"/>
          </a:p>
          <a:p>
            <a:pPr lvl="1"/>
            <a:r>
              <a:rPr lang="en-US" sz="2900" dirty="0"/>
              <a:t>Clear and concise representation of data.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2E2D4-9D0E-F9E3-FB97-A30E4DF19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7254" y="1443701"/>
            <a:ext cx="4645152" cy="802237"/>
          </a:xfrm>
        </p:spPr>
        <p:txBody>
          <a:bodyPr/>
          <a:lstStyle/>
          <a:p>
            <a:r>
              <a:rPr lang="en-US" u="sng" dirty="0"/>
              <a:t>limitations</a:t>
            </a:r>
            <a:endParaRPr lang="en-IN" u="sn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F425D-80F0-F6BD-2273-76BD7A7EA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4808" y="2245938"/>
            <a:ext cx="4645152" cy="2637371"/>
          </a:xfrm>
        </p:spPr>
        <p:txBody>
          <a:bodyPr>
            <a:noAutofit/>
          </a:bodyPr>
          <a:lstStyle/>
          <a:p>
            <a:r>
              <a:rPr lang="en-IN" dirty="0"/>
              <a:t>No Inheritance</a:t>
            </a:r>
          </a:p>
          <a:p>
            <a:pPr lvl="1"/>
            <a:r>
              <a:rPr lang="en-US" dirty="0"/>
              <a:t>Records cannot extend other classes (but can implement interfaces).</a:t>
            </a:r>
          </a:p>
          <a:p>
            <a:r>
              <a:rPr lang="en-IN" dirty="0"/>
              <a:t>Immutability Constraints</a:t>
            </a:r>
            <a:endParaRPr lang="en-US" dirty="0"/>
          </a:p>
          <a:p>
            <a:pPr lvl="1"/>
            <a:r>
              <a:rPr lang="en-US" dirty="0"/>
              <a:t>All fields are final and cannot be reassigned.</a:t>
            </a:r>
          </a:p>
          <a:p>
            <a:r>
              <a:rPr lang="en-IN" dirty="0"/>
              <a:t>Suitability:</a:t>
            </a:r>
            <a:endParaRPr lang="en-US" dirty="0"/>
          </a:p>
          <a:p>
            <a:pPr lvl="1"/>
            <a:r>
              <a:rPr lang="en-US" dirty="0"/>
              <a:t>Best for simple data-carrying classes, not for complex business logic.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69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A54C-3124-7999-2981-7BE2E376D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24" y="867619"/>
            <a:ext cx="9603275" cy="1049235"/>
          </a:xfrm>
        </p:spPr>
        <p:txBody>
          <a:bodyPr/>
          <a:lstStyle/>
          <a:p>
            <a:r>
              <a:rPr lang="en-US" dirty="0"/>
              <a:t>Lets see the working of a record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ACB97-001E-3889-4193-9F92CE1A80D4}"/>
              </a:ext>
            </a:extLst>
          </p:cNvPr>
          <p:cNvSpPr txBox="1"/>
          <p:nvPr/>
        </p:nvSpPr>
        <p:spPr>
          <a:xfrm>
            <a:off x="1416899" y="2228671"/>
            <a:ext cx="40330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we can see after declaring the</a:t>
            </a:r>
          </a:p>
          <a:p>
            <a:r>
              <a:rPr lang="en-US" dirty="0"/>
              <a:t>Record “Person”, how different methods </a:t>
            </a:r>
          </a:p>
          <a:p>
            <a:r>
              <a:rPr lang="en-US" dirty="0"/>
              <a:t>Gets automatically generated by the </a:t>
            </a:r>
          </a:p>
          <a:p>
            <a:r>
              <a:rPr lang="en-US" dirty="0"/>
              <a:t>Compiler and there usage.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279729A-A877-E3B7-30DF-C9C2D4608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9991" y="1916854"/>
            <a:ext cx="5184143" cy="4017712"/>
          </a:xfrm>
        </p:spPr>
      </p:pic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4DFE0782-40DE-F4C9-6D5D-5CF2C8565DC3}"/>
              </a:ext>
            </a:extLst>
          </p:cNvPr>
          <p:cNvSpPr/>
          <p:nvPr/>
        </p:nvSpPr>
        <p:spPr>
          <a:xfrm>
            <a:off x="3928533" y="3550317"/>
            <a:ext cx="999067" cy="38100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29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5DCF-7407-F143-7087-A8BBDE20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vs no record?? </a:t>
            </a:r>
            <a:br>
              <a:rPr lang="en-US" dirty="0"/>
            </a:br>
            <a:r>
              <a:rPr lang="en-US" dirty="0"/>
              <a:t>What’s the difference?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A0E6C-8E2B-F8ED-8C17-00B5FFE8A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7" y="2034764"/>
            <a:ext cx="5477898" cy="4018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B952E0-FDCD-A41F-47CB-75D18C3DB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852" y="2625653"/>
            <a:ext cx="4895349" cy="525008"/>
          </a:xfrm>
          <a:prstGeom prst="rect">
            <a:avLst/>
          </a:prstGeom>
        </p:spPr>
      </p:pic>
      <p:pic>
        <p:nvPicPr>
          <p:cNvPr id="3074" name="Picture 2" descr="VS or versus sign, competition symbol 13212902 Vector Art at Vecteezy">
            <a:extLst>
              <a:ext uri="{FF2B5EF4-FFF2-40B4-BE49-F238E27FC236}">
                <a16:creationId xmlns:a16="http://schemas.microsoft.com/office/drawing/2014/main" id="{D0FCC933-0365-9460-ECAD-27074DB90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715" y="3429000"/>
            <a:ext cx="736069" cy="73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D912D2-5AD2-87B2-32B8-F86E9D07D570}"/>
              </a:ext>
            </a:extLst>
          </p:cNvPr>
          <p:cNvSpPr txBox="1"/>
          <p:nvPr/>
        </p:nvSpPr>
        <p:spPr>
          <a:xfrm>
            <a:off x="6510647" y="5359013"/>
            <a:ext cx="292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hard work right here….</a:t>
            </a:r>
            <a:endParaRPr lang="en-IN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5D55C08C-0D77-89A2-1B6D-F0D626B998A3}"/>
              </a:ext>
            </a:extLst>
          </p:cNvPr>
          <p:cNvSpPr/>
          <p:nvPr/>
        </p:nvSpPr>
        <p:spPr>
          <a:xfrm>
            <a:off x="6002750" y="5442079"/>
            <a:ext cx="423333" cy="203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1525A-E56A-B409-35A1-AEF7538BBC97}"/>
              </a:ext>
            </a:extLst>
          </p:cNvPr>
          <p:cNvSpPr txBox="1"/>
          <p:nvPr/>
        </p:nvSpPr>
        <p:spPr>
          <a:xfrm>
            <a:off x="9795934" y="3681011"/>
            <a:ext cx="1828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Literally one liner</a:t>
            </a:r>
            <a:endParaRPr lang="en-IN" dirty="0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FAFA02E2-05D1-0791-3E2C-088560BCFBBE}"/>
              </a:ext>
            </a:extLst>
          </p:cNvPr>
          <p:cNvSpPr/>
          <p:nvPr/>
        </p:nvSpPr>
        <p:spPr>
          <a:xfrm>
            <a:off x="10490154" y="3333878"/>
            <a:ext cx="220133" cy="3471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247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26C8-0519-2C56-83ED-E1C09797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practical use cases of records:-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6841-072C-0DB0-4049-CA59FA0D5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DTOs (Data Transfer Objects)</a:t>
            </a:r>
          </a:p>
          <a:p>
            <a:pPr lvl="1"/>
            <a:r>
              <a:rPr lang="en-US" dirty="0"/>
              <a:t>Simplifies the creation of objects used to transfer data between layers.</a:t>
            </a:r>
          </a:p>
          <a:p>
            <a:r>
              <a:rPr lang="en-US" dirty="0"/>
              <a:t>Value Objects</a:t>
            </a:r>
            <a:endParaRPr lang="en-US" b="1" dirty="0"/>
          </a:p>
          <a:p>
            <a:pPr lvl="1"/>
            <a:r>
              <a:rPr lang="en-US" dirty="0"/>
              <a:t>Ideal for objects that represent a fixed set of data, such as coordinates, points, etc.</a:t>
            </a:r>
          </a:p>
          <a:p>
            <a:r>
              <a:rPr lang="en-US" dirty="0"/>
              <a:t>Configuration Objects</a:t>
            </a:r>
          </a:p>
          <a:p>
            <a:pPr lvl="1"/>
            <a:r>
              <a:rPr lang="en-US" dirty="0"/>
              <a:t>Can be used to store configuration settings that do not change.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71404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40</TotalTime>
  <Words>303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Oops with java presentation…</vt:lpstr>
      <vt:lpstr>Introduction to Java Records</vt:lpstr>
      <vt:lpstr>Syntax and example code</vt:lpstr>
      <vt:lpstr>Benefits and limitations of using records</vt:lpstr>
      <vt:lpstr>Lets see the working of a record</vt:lpstr>
      <vt:lpstr>Record vs no record??  What’s the difference?</vt:lpstr>
      <vt:lpstr>Some practical use cases of records:-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Verma</dc:creator>
  <cp:lastModifiedBy>Kartik Verma</cp:lastModifiedBy>
  <cp:revision>7</cp:revision>
  <dcterms:created xsi:type="dcterms:W3CDTF">2024-06-19T14:23:54Z</dcterms:created>
  <dcterms:modified xsi:type="dcterms:W3CDTF">2024-06-19T15:04:31Z</dcterms:modified>
</cp:coreProperties>
</file>